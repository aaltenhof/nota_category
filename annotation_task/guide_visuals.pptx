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06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B96FF-5F8B-9161-17F1-D49BB79286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3EC2CF-98C3-32F2-3D59-E0DF9C5FBE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363A3-994F-3D39-445D-8DB03BFBB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40328-CFB4-A046-9BBA-294F6421E2A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77359-4539-F5E1-0F77-76AD6D1FD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6FE23D-FD6D-E557-71BE-646D0AF54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AD975-6495-2941-82CF-1C371C1DF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811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8CA32-550B-811E-8D05-FF40EDE4C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79772-EB7D-F4DE-2ED6-E0BA8584C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37A13F-4031-1BE4-194F-FF7FB872D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40328-CFB4-A046-9BBA-294F6421E2A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2671F-1AF7-E60B-554B-782480C3C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D5F443-3FA0-CAB9-A0D9-53AA1459C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AD975-6495-2941-82CF-1C371C1DF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417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1E43E-5AB2-8A65-FB5A-F09124DCC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F45CB2-BC9B-1751-C85D-3EAAA51B62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768853-E993-03E4-8C50-0979F8255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40328-CFB4-A046-9BBA-294F6421E2A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BD5CD-253A-0005-FE60-BAE9FAD37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F8B642-3362-62A0-CB06-06C9455B0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AD975-6495-2941-82CF-1C371C1DF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189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965AF-C8D6-3278-D1CC-D45092D99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371D8-E12E-7BA7-D72C-76F250032A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CFF5A-C22C-4567-0250-E5961F1ED9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117DB1-901B-7334-F9AA-316AC07E7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40328-CFB4-A046-9BBA-294F6421E2A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4FE8D6-6CA6-EDBE-B1FD-7A9590A67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D34748-FA3E-D824-8A7C-A52F62E24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AD975-6495-2941-82CF-1C371C1DF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843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B3745-3B03-64ED-60B8-44A9686C1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22D3FA-F812-FE91-943B-1E4AA2925C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0F312C-E6C1-47E0-B80D-BDD5999C16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AF4C0B-BF57-70A3-506E-9598F7F1DC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FA26D1-B87C-9F23-D2FC-6D5D4DD360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0799F1-7B0E-6989-E234-2099F3F8E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40328-CFB4-A046-9BBA-294F6421E2A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0E39E2-A4DC-2C61-5018-343DDEE83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38D124-CA8D-8539-CE04-3E5F2CCC2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AD975-6495-2941-82CF-1C371C1DF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19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D5397-FCC5-8BF6-C816-9CD750C24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935FDE-A6BD-3DA6-0608-DAC0EC6EF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40328-CFB4-A046-9BBA-294F6421E2A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CE0F98-1C61-0D03-7590-8F40BB2FB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68E1F8-DFBC-2953-6A2A-0498177B3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AD975-6495-2941-82CF-1C371C1DF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610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A6DE89-D2D9-D0AB-85E1-1BF454F6C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40328-CFB4-A046-9BBA-294F6421E2A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0D3850-105E-E8C8-2819-DA59828F2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26BE2D-41A6-C84A-9AD2-04C742B00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AD975-6495-2941-82CF-1C371C1DF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080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7D2C4-E298-017E-9483-1A242ECF1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BF8CD-7C4D-A6DD-82FE-AF450268B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76D6FD-2FC4-258B-2DD4-AA5D838053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F67851-684C-37E5-5633-800E62346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40328-CFB4-A046-9BBA-294F6421E2A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691202-5F43-86B8-99E0-18052DEF5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93EE67-2A6A-D49B-02D1-6D9138182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AD975-6495-2941-82CF-1C371C1DF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578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41BA9-3D5B-B8A8-88A4-FEC1C344E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70D401-0863-B970-C6C2-2C4A75D2E7A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E99DBB-A0FF-3E53-57BA-8CB13BA352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A3A0DF-21F1-02CA-8B26-C8917A262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40328-CFB4-A046-9BBA-294F6421E2A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28D4C1-9726-CACD-2FA4-566F9CB0E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136BF-B83F-1202-053D-C72B987C0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AD975-6495-2941-82CF-1C371C1DF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622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CF734-8C37-6840-CD23-DE881B785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B54C78-A033-16E0-B07A-4A72915BD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6D407-DA81-6F68-B2B0-C430AE028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40328-CFB4-A046-9BBA-294F6421E2A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6CF611-511F-D828-371A-392F91940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1ABF5-F726-B00F-C2A8-87022BE06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AD975-6495-2941-82CF-1C371C1DF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567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0C62DE-6FEA-DD08-6934-BE1F66F989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7E8550-05B8-DCF3-A427-5F50FEF7BF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C0B9F6-1FFE-AF79-CE95-69EED9E39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40328-CFB4-A046-9BBA-294F6421E2A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28010D-F0A2-ECE1-E7F1-00B225F12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47668-6902-66AC-A08E-F0D45BA82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AD975-6495-2941-82CF-1C371C1DF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873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84ED7E-FD85-8D96-A275-401E98D0F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D9406C-0896-5A82-12C3-A493417B0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9181B-C9F9-E8DD-AEE3-9948EB571B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D40328-CFB4-A046-9BBA-294F6421E2A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E3019-B875-45DB-58A5-B391E2130A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B6764-AF0C-E137-E3A8-E5BB5E0933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8AD975-6495-2941-82CF-1C371C1DF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037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35D6BB-52F7-120E-7F85-7539256A9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662" y="256839"/>
            <a:ext cx="11624646" cy="64666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E9FA320-D55C-DFB5-02FD-B0C135F0E2A7}"/>
              </a:ext>
            </a:extLst>
          </p:cNvPr>
          <p:cNvSpPr/>
          <p:nvPr/>
        </p:nvSpPr>
        <p:spPr>
          <a:xfrm>
            <a:off x="268941" y="256839"/>
            <a:ext cx="1731981" cy="4734709"/>
          </a:xfrm>
          <a:prstGeom prst="rect">
            <a:avLst/>
          </a:prstGeom>
          <a:noFill/>
          <a:ln w="571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6F1DF1-B1EA-2699-C0FC-90E7024566C2}"/>
              </a:ext>
            </a:extLst>
          </p:cNvPr>
          <p:cNvSpPr/>
          <p:nvPr/>
        </p:nvSpPr>
        <p:spPr>
          <a:xfrm>
            <a:off x="2874085" y="256838"/>
            <a:ext cx="8130988" cy="4982136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5261C5-A446-E5B3-77ED-F9EE2B26C03F}"/>
              </a:ext>
            </a:extLst>
          </p:cNvPr>
          <p:cNvSpPr/>
          <p:nvPr/>
        </p:nvSpPr>
        <p:spPr>
          <a:xfrm>
            <a:off x="173692" y="5959736"/>
            <a:ext cx="1827230" cy="898264"/>
          </a:xfrm>
          <a:prstGeom prst="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119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AJA ALTENHOF</dc:creator>
  <cp:lastModifiedBy>AJA ALTENHOF</cp:lastModifiedBy>
  <cp:revision>1</cp:revision>
  <dcterms:created xsi:type="dcterms:W3CDTF">2026-10-28T20:02:41Z</dcterms:created>
  <dcterms:modified xsi:type="dcterms:W3CDTF">2026-10-28T20:16:22Z</dcterms:modified>
</cp:coreProperties>
</file>